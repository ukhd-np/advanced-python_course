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200a355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1200a355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200a3553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200a3553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4bc42701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4bc42701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4bc42701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4bc42701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5eb436e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5eb436e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5eb436e8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5eb436e8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5eb436e8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5eb436e8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5eb436e8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5eb436e8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5eb436e8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5eb436e8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5eb436e8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5eb436e8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pathis.medium.com/the-only-python-cheat-sheet-you-will-ever-need-42b41cc54b3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 amt="44000"/>
          </a:blip>
          <a:srcRect b="12659" l="11842" r="2717" t="7867"/>
          <a:stretch/>
        </p:blipFill>
        <p:spPr>
          <a:xfrm>
            <a:off x="0" y="54301"/>
            <a:ext cx="9144000" cy="50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287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 silico proteomics 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376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Python Vertiefungspraktikum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5. FS MoBi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201000" y="3371750"/>
            <a:ext cx="2742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Group: Isabell Bludau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Goal of this course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Consolidate your python </a:t>
            </a:r>
            <a:r>
              <a:rPr lang="de"/>
              <a:t>skills</a:t>
            </a:r>
            <a:r>
              <a:rPr lang="de"/>
              <a:t> learned in DataCamp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Basic python libraries and data structures: lists, dictionaries, dataframes (pandas), arrays (NumPy)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Basic programming: loops, list comprehension, basic plotting, if/else, writing of own functions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de" sz="1800"/>
              <a:t>Good cheat sheet: </a:t>
            </a:r>
            <a:r>
              <a:rPr lang="de" sz="1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https://spathis.medium.com/the-only-python-cheat-sheet-you-will-ever-need-42b41cc54b3d</a:t>
            </a:r>
            <a:r>
              <a:rPr lang="de" sz="1800"/>
              <a:t> </a:t>
            </a:r>
            <a:endParaRPr sz="18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Perform an in silico mass spectrometry proteomics experiment </a:t>
            </a:r>
            <a:br>
              <a:rPr lang="de"/>
            </a:br>
            <a:r>
              <a:rPr lang="de"/>
              <a:t>&gt; </a:t>
            </a:r>
            <a:r>
              <a:rPr lang="de" sz="1800"/>
              <a:t>Understand the classical mass spectrometry based proteomics workflow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Classical bottom-up proteomics workflow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51702" l="0" r="0" t="0"/>
          <a:stretch/>
        </p:blipFill>
        <p:spPr>
          <a:xfrm>
            <a:off x="0" y="1565400"/>
            <a:ext cx="4299775" cy="12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51702"/>
          <a:stretch/>
        </p:blipFill>
        <p:spPr>
          <a:xfrm>
            <a:off x="4299775" y="1572896"/>
            <a:ext cx="4778300" cy="137224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299725" y="2945150"/>
            <a:ext cx="477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/>
              <a:t>https://csbiology.github.io/BIO-BTE-06-L-7/NB02a_Mass_spectrometry_based_proteomics.html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 silico proteomics workflow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51702" l="0" r="0" t="0"/>
          <a:stretch/>
        </p:blipFill>
        <p:spPr>
          <a:xfrm>
            <a:off x="0" y="1565400"/>
            <a:ext cx="4299775" cy="12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0" r="0" t="51702"/>
          <a:stretch/>
        </p:blipFill>
        <p:spPr>
          <a:xfrm>
            <a:off x="4299775" y="1572896"/>
            <a:ext cx="4778300" cy="137224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359750" y="3552425"/>
            <a:ext cx="1623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</a:rPr>
              <a:t>(1) Extract proteins from fasta file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359525" y="3552413"/>
            <a:ext cx="14487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</a:rPr>
              <a:t>(2) In silico protein digestion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229525" y="3552413"/>
            <a:ext cx="20127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</a:rPr>
              <a:t>(3) Predict peptide retention times in liquid chromatography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078625" y="3552413"/>
            <a:ext cx="14487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</a:rPr>
              <a:t>(4) Simulate MS spectra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299725" y="2945150"/>
            <a:ext cx="477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/>
              <a:t>https://csbiology.github.io/BIO-BTE-06-L-7/NB02a_Mass_spectrometry_based_proteomics.html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Why is in silico proteomics important? 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54452" l="0" r="0" t="22868"/>
          <a:stretch/>
        </p:blipFill>
        <p:spPr>
          <a:xfrm>
            <a:off x="249988" y="1195975"/>
            <a:ext cx="8644025" cy="30821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250000" y="4456425"/>
            <a:ext cx="6553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&gt; Identify which peptide an experimental spectrum belongs to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Overview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369450" y="1212325"/>
            <a:ext cx="2703000" cy="3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de" sz="1600">
                <a:solidFill>
                  <a:schemeClr val="dk2"/>
                </a:solidFill>
              </a:rPr>
              <a:t>Extract proteins </a:t>
            </a:r>
            <a:br>
              <a:rPr b="1" lang="de" sz="1600">
                <a:solidFill>
                  <a:schemeClr val="dk2"/>
                </a:solidFill>
              </a:rPr>
            </a:br>
            <a:r>
              <a:rPr b="1" lang="de" sz="1600">
                <a:solidFill>
                  <a:schemeClr val="dk2"/>
                </a:solidFill>
              </a:rPr>
              <a:t>from fasta file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In silico protein digestion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Predict peptide retention times in liquid chromatography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Simulate MS spectra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3175" y="2262425"/>
            <a:ext cx="5766749" cy="20358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8"/>
          <p:cNvSpPr txBox="1"/>
          <p:nvPr/>
        </p:nvSpPr>
        <p:spPr>
          <a:xfrm>
            <a:off x="3283175" y="1284125"/>
            <a:ext cx="6099600" cy="79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6199" lvl="0" marL="269999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Understand FASTA format for protein sequences.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Practice reading files line by line and working with different data structures.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Using string operations, loops, if/else statements, lists and dictionaries.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8"/>
          <p:cNvSpPr/>
          <p:nvPr/>
        </p:nvSpPr>
        <p:spPr>
          <a:xfrm flipH="1">
            <a:off x="3069350" y="1157050"/>
            <a:ext cx="311100" cy="3412800"/>
          </a:xfrm>
          <a:prstGeom prst="rightBrace">
            <a:avLst>
              <a:gd fmla="val 26273" name="adj1"/>
              <a:gd fmla="val 1139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Overview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369450" y="1212325"/>
            <a:ext cx="2703000" cy="3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Extract proteins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from fasta file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de" sz="1600">
                <a:solidFill>
                  <a:schemeClr val="dk2"/>
                </a:solidFill>
              </a:rPr>
              <a:t>In silico protein digestion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Predict peptide retention times in liquid chromatography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Simulate MS spectra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3283175" y="1284125"/>
            <a:ext cx="5702100" cy="164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6199" lvl="0" marL="269999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 regular expressions to identify enzyme-specific cleavage sites.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Write a Python function to simulate protein digestion, with configurable parameters.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Analyze the results to understand which enzymes might be best suited for proteomics analysis.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Tools: regular expressions, loops, list comprehension, dictionaries, pandas, matplotlib and seaborn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51702" l="38214" r="0" t="0"/>
          <a:stretch/>
        </p:blipFill>
        <p:spPr>
          <a:xfrm>
            <a:off x="4258700" y="2846000"/>
            <a:ext cx="3305826" cy="153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/>
          <p:nvPr/>
        </p:nvSpPr>
        <p:spPr>
          <a:xfrm flipH="1">
            <a:off x="3069350" y="1157050"/>
            <a:ext cx="311100" cy="3412800"/>
          </a:xfrm>
          <a:prstGeom prst="rightBrace">
            <a:avLst>
              <a:gd fmla="val 26273" name="adj1"/>
              <a:gd fmla="val 3190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Overview</a:t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369450" y="1212325"/>
            <a:ext cx="2913600" cy="3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Extract proteins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from fasta file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In silico protein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digestion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de" sz="1600">
                <a:solidFill>
                  <a:schemeClr val="dk2"/>
                </a:solidFill>
              </a:rPr>
              <a:t>Predict peptide retention times in liquid chromatography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Simulate MS spectra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283175" y="1284125"/>
            <a:ext cx="5363400" cy="164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6199" lvl="0" marL="269999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Learn why separating peptides via liquid chromatography (LC) before mass spectrometry (MS) improves detection accuracy.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a retention time prediction model to estimate LC retention times based on peptide hydrophobicity.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Plot histograms of predicted retention times to analyze how peptides are separated in LC.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Tools: using external libraries, visualization with matplotlib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0"/>
          <p:cNvSpPr/>
          <p:nvPr/>
        </p:nvSpPr>
        <p:spPr>
          <a:xfrm flipH="1">
            <a:off x="3069350" y="1157050"/>
            <a:ext cx="311100" cy="3412800"/>
          </a:xfrm>
          <a:prstGeom prst="rightBrace">
            <a:avLst>
              <a:gd fmla="val 26273" name="adj1"/>
              <a:gd fmla="val 5641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 b="0" l="0" r="60677" t="61235"/>
          <a:stretch/>
        </p:blipFill>
        <p:spPr>
          <a:xfrm>
            <a:off x="5990200" y="3279250"/>
            <a:ext cx="2453175" cy="143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51702" l="77736" r="0" t="0"/>
          <a:stretch/>
        </p:blipFill>
        <p:spPr>
          <a:xfrm>
            <a:off x="3783001" y="2895275"/>
            <a:ext cx="1191201" cy="15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68170" l="63179" r="24952" t="21517"/>
          <a:stretch/>
        </p:blipFill>
        <p:spPr>
          <a:xfrm>
            <a:off x="5164699" y="3499525"/>
            <a:ext cx="634999" cy="3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Overview</a:t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369450" y="1212325"/>
            <a:ext cx="2913600" cy="3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Extract proteins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from fasta file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In silico protein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digestion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Predict peptide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retention times in liquid chromatography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de" sz="1600">
                <a:solidFill>
                  <a:schemeClr val="dk2"/>
                </a:solidFill>
              </a:rPr>
              <a:t>Simulate MS spectra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3283175" y="1284125"/>
            <a:ext cx="5363400" cy="79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6199" lvl="0" marL="269999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Understand the basic workings of mass spectrometry data acquisition, including MS1 spectrum acquisition, peptide fragmentation and MS2 spectrum acquisition.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1"/>
          <p:cNvSpPr/>
          <p:nvPr/>
        </p:nvSpPr>
        <p:spPr>
          <a:xfrm flipH="1">
            <a:off x="3069350" y="1157050"/>
            <a:ext cx="311100" cy="3412800"/>
          </a:xfrm>
          <a:prstGeom prst="rightBrace">
            <a:avLst>
              <a:gd fmla="val 26273" name="adj1"/>
              <a:gd fmla="val 7680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275" y="2196475"/>
            <a:ext cx="5422017" cy="205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6781200" y="4262950"/>
            <a:ext cx="19749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Bludau I &amp; Aebersold R., Nat Rev Mol Cell Biol. (2020) doi:10.1038/s41580-020-0249-5.</a:t>
            </a:r>
            <a:endParaRPr sz="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8132225" y="2196475"/>
            <a:ext cx="11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>
                <a:solidFill>
                  <a:schemeClr val="dk2"/>
                </a:solidFill>
              </a:rPr>
              <a:t>MS1 spectrum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8132225" y="3187075"/>
            <a:ext cx="11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>
                <a:solidFill>
                  <a:schemeClr val="dk2"/>
                </a:solidFill>
              </a:rPr>
              <a:t>MS2 spectrum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Overview</a:t>
            </a:r>
            <a:endParaRPr/>
          </a:p>
        </p:txBody>
      </p:sp>
      <p:sp>
        <p:nvSpPr>
          <p:cNvPr id="137" name="Google Shape;137;p22"/>
          <p:cNvSpPr txBox="1"/>
          <p:nvPr/>
        </p:nvSpPr>
        <p:spPr>
          <a:xfrm>
            <a:off x="369450" y="1212325"/>
            <a:ext cx="2913600" cy="3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Extract proteins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from fasta file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In silico protein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digestion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Predict peptide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retention times in liquid chromatography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de" sz="1600">
                <a:solidFill>
                  <a:schemeClr val="dk2"/>
                </a:solidFill>
              </a:rPr>
              <a:t>Simulate MS spectra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3283175" y="1284125"/>
            <a:ext cx="5363400" cy="1431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6199" lvl="0" marL="269999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Understand the basic workings of mass spectrometry data acquisition, including MS1 spectrum acquisition, peptide fragmentation and MS2 spectrum acquisition.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Calculating peptide and fragment ion masses and mz values.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Practice basic string slicing to simulate peptide fragmentation into b- and y-ions.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2700" y="2788475"/>
            <a:ext cx="4478726" cy="17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 flipH="1">
            <a:off x="3069350" y="1157050"/>
            <a:ext cx="311100" cy="3412800"/>
          </a:xfrm>
          <a:prstGeom prst="rightBrace">
            <a:avLst>
              <a:gd fmla="val 26273" name="adj1"/>
              <a:gd fmla="val 7680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Overview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369450" y="1212325"/>
            <a:ext cx="2913600" cy="3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Extract proteins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from fasta file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In silico protein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digestion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de" sz="1600">
                <a:solidFill>
                  <a:schemeClr val="dk2"/>
                </a:solidFill>
              </a:rPr>
              <a:t>Predict peptide </a:t>
            </a:r>
            <a:br>
              <a:rPr lang="de" sz="1600">
                <a:solidFill>
                  <a:schemeClr val="dk2"/>
                </a:solidFill>
              </a:rPr>
            </a:br>
            <a:r>
              <a:rPr lang="de" sz="1600">
                <a:solidFill>
                  <a:schemeClr val="dk2"/>
                </a:solidFill>
              </a:rPr>
              <a:t>retention times in liquid chromatography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de" sz="1600">
                <a:solidFill>
                  <a:schemeClr val="dk2"/>
                </a:solidFill>
              </a:rPr>
              <a:t>Simulate MS spectra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3283175" y="1284125"/>
            <a:ext cx="5363400" cy="228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6199" lvl="0" marL="269999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Understand the basic workings of mass spectrometry data acquisition, including MS1 spectrum acquisition, peptide fragmentation and MS2 spectrum acquisition.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Calculating peptide and fragment ion masses and mz values.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Practice basic string slicing to simulate peptide fragmentation into b- and y-ions.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Generate random intensity data for MS spectra using Python's NumPy library.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Visualize MS1 and MS2 spectra using Python's matplotlib library.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561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de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Tools: slicing, random number generation, numpy, matplotlib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3"/>
          <p:cNvSpPr/>
          <p:nvPr/>
        </p:nvSpPr>
        <p:spPr>
          <a:xfrm flipH="1">
            <a:off x="3069350" y="1157050"/>
            <a:ext cx="311100" cy="3412800"/>
          </a:xfrm>
          <a:prstGeom prst="rightBrace">
            <a:avLst>
              <a:gd fmla="val 26273" name="adj1"/>
              <a:gd fmla="val 7680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325" y="3602612"/>
            <a:ext cx="1414700" cy="10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4925" y="3565325"/>
            <a:ext cx="1503525" cy="11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